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70" d="100"/>
          <a:sy n="170" d="100"/>
        </p:scale>
        <p:origin x="504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86359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209229"/>
          </a:xfrm>
          <a:prstGeom prst="rect">
            <a:avLst/>
          </a:prstGeom>
          <a:solidFill>
            <a:srgbClr val="1E3A5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55550" y="342751"/>
            <a:ext cx="269711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700"/>
              </a:spcBef>
              <a:spcAft>
                <a:spcPts val="1700"/>
              </a:spcAft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CYBERWING 产品路线图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355549" y="879574"/>
            <a:ext cx="2867335" cy="12665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"/>
              </a:spcBef>
              <a:spcAft>
                <a:spcPts val="800"/>
              </a:spcAft>
              <a:buNone/>
            </a:pPr>
            <a:r>
              <a:rPr lang="en-US" sz="8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B端 · 摄影垂域   |   C端 · Cyberwing 2.0    功能上线时间节点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000702" y="545902"/>
            <a:ext cx="803502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CYBERWING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0" y="1209229"/>
            <a:ext cx="4581525" cy="3369618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572000" y="1209229"/>
            <a:ext cx="0" cy="3369618"/>
          </a:xfrm>
          <a:prstGeom prst="line">
            <a:avLst/>
          </a:prstGeom>
          <a:noFill/>
          <a:ln w="19050">
            <a:solidFill>
              <a:srgbClr val="0F172A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253901" y="1590080"/>
            <a:ext cx="4130873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253901" y="1336179"/>
            <a:ext cx="421349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B端 </a:t>
            </a: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摄影垂域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3901" y="1701105"/>
            <a:ext cx="4130873" cy="456902"/>
          </a:xfrm>
          <a:prstGeom prst="roundRect">
            <a:avLst>
              <a:gd name="adj" fmla="val 11118"/>
            </a:avLst>
          </a:prstGeom>
          <a:solidFill>
            <a:srgbClr val="27354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272951" y="1701105"/>
            <a:ext cx="0" cy="456902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93502" y="1764506"/>
            <a:ext cx="39675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智能筛选模块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93502" y="1951732"/>
            <a:ext cx="39675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预计上线：5月30日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253901" y="2234208"/>
            <a:ext cx="4130873" cy="456902"/>
          </a:xfrm>
          <a:prstGeom prst="roundRect">
            <a:avLst>
              <a:gd name="adj" fmla="val 11118"/>
            </a:avLst>
          </a:prstGeom>
          <a:solidFill>
            <a:srgbClr val="27354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272951" y="2234208"/>
            <a:ext cx="0" cy="456902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393502" y="2297609"/>
            <a:ext cx="39675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媒体管理平台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93502" y="2484834"/>
            <a:ext cx="39675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预计上线：5月30日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253901" y="2767310"/>
            <a:ext cx="4130873" cy="456902"/>
          </a:xfrm>
          <a:prstGeom prst="roundRect">
            <a:avLst>
              <a:gd name="adj" fmla="val 11118"/>
            </a:avLst>
          </a:prstGeom>
          <a:solidFill>
            <a:srgbClr val="27354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272951" y="2767310"/>
            <a:ext cx="0" cy="456902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393502" y="2830711"/>
            <a:ext cx="39675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网络穿透访问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93502" y="3017937"/>
            <a:ext cx="39675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预计上线：5月30日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53901" y="3300413"/>
            <a:ext cx="4130873" cy="456902"/>
          </a:xfrm>
          <a:prstGeom prst="roundRect">
            <a:avLst>
              <a:gd name="adj" fmla="val 11118"/>
            </a:avLst>
          </a:prstGeom>
          <a:solidFill>
            <a:srgbClr val="27354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272951" y="3300413"/>
            <a:ext cx="0" cy="456902"/>
          </a:xfrm>
          <a:prstGeom prst="line">
            <a:avLst/>
          </a:prstGeom>
          <a:noFill/>
          <a:ln w="38100">
            <a:solidFill>
              <a:srgbClr val="38BDF8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393502" y="3363813"/>
            <a:ext cx="39675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快捷文件传输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93502" y="3551039"/>
            <a:ext cx="39675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预计上线：5月30日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4581525" y="1209229"/>
            <a:ext cx="4562475" cy="3369618"/>
          </a:xfrm>
          <a:prstGeom prst="rect">
            <a:avLst/>
          </a:prstGeom>
          <a:solidFill>
            <a:srgbClr val="1A2744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835426" y="1590080"/>
            <a:ext cx="4130873" cy="0"/>
          </a:xfrm>
          <a:prstGeom prst="line">
            <a:avLst/>
          </a:prstGeom>
          <a:noFill/>
          <a:ln w="19050">
            <a:solidFill>
              <a:srgbClr val="334155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4835426" y="1336179"/>
            <a:ext cx="4213491" cy="1809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C端 </a:t>
            </a: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Cyberwing 2.0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35426" y="1701105"/>
            <a:ext cx="4130873" cy="456902"/>
          </a:xfrm>
          <a:prstGeom prst="roundRect">
            <a:avLst>
              <a:gd name="adj" fmla="val 11118"/>
            </a:avLst>
          </a:prstGeom>
          <a:solidFill>
            <a:srgbClr val="27354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0" name="Shape 28"/>
          <p:cNvSpPr/>
          <p:nvPr/>
        </p:nvSpPr>
        <p:spPr>
          <a:xfrm>
            <a:off x="4854476" y="1701105"/>
            <a:ext cx="0" cy="456902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4975027" y="1764506"/>
            <a:ext cx="39675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搜音视频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975027" y="1951732"/>
            <a:ext cx="39675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预计上线：4月30日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835426" y="2234208"/>
            <a:ext cx="4130873" cy="456902"/>
          </a:xfrm>
          <a:prstGeom prst="roundRect">
            <a:avLst>
              <a:gd name="adj" fmla="val 11118"/>
            </a:avLst>
          </a:prstGeom>
          <a:solidFill>
            <a:srgbClr val="27354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4" name="Shape 32"/>
          <p:cNvSpPr/>
          <p:nvPr/>
        </p:nvSpPr>
        <p:spPr>
          <a:xfrm>
            <a:off x="4854476" y="2234208"/>
            <a:ext cx="0" cy="456902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4975027" y="2297609"/>
            <a:ext cx="39675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HDMI 投屏（图片、视频）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75027" y="2484834"/>
            <a:ext cx="39675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预计上线：4月30日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4835426" y="2767310"/>
            <a:ext cx="4130873" cy="456902"/>
          </a:xfrm>
          <a:prstGeom prst="roundRect">
            <a:avLst>
              <a:gd name="adj" fmla="val 11118"/>
            </a:avLst>
          </a:prstGeom>
          <a:solidFill>
            <a:srgbClr val="27354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38" name="Shape 36"/>
          <p:cNvSpPr/>
          <p:nvPr/>
        </p:nvSpPr>
        <p:spPr>
          <a:xfrm>
            <a:off x="4854476" y="2767310"/>
            <a:ext cx="0" cy="456902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4975027" y="2830711"/>
            <a:ext cx="39675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PC / MAC 端应用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975027" y="3017937"/>
            <a:ext cx="39675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预计上线：6月30日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4835426" y="3300413"/>
            <a:ext cx="4130873" cy="456902"/>
          </a:xfrm>
          <a:prstGeom prst="roundRect">
            <a:avLst>
              <a:gd name="adj" fmla="val 11118"/>
            </a:avLst>
          </a:prstGeom>
          <a:solidFill>
            <a:srgbClr val="27354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4854476" y="3300413"/>
            <a:ext cx="0" cy="456902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4975027" y="3363813"/>
            <a:ext cx="39675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声纹识别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4975027" y="3551039"/>
            <a:ext cx="39675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预计上线：7月31日</a:t>
            </a:r>
            <a:endParaRPr lang="en-US" sz="800" dirty="0"/>
          </a:p>
        </p:txBody>
      </p:sp>
      <p:sp>
        <p:nvSpPr>
          <p:cNvPr id="45" name="Text 43"/>
          <p:cNvSpPr/>
          <p:nvPr/>
        </p:nvSpPr>
        <p:spPr>
          <a:xfrm>
            <a:off x="4835426" y="3833515"/>
            <a:ext cx="4130873" cy="456902"/>
          </a:xfrm>
          <a:prstGeom prst="roundRect">
            <a:avLst>
              <a:gd name="adj" fmla="val 11118"/>
            </a:avLst>
          </a:prstGeom>
          <a:solidFill>
            <a:srgbClr val="27354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46" name="Shape 44"/>
          <p:cNvSpPr/>
          <p:nvPr/>
        </p:nvSpPr>
        <p:spPr>
          <a:xfrm>
            <a:off x="4854476" y="3833515"/>
            <a:ext cx="0" cy="456902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4975027" y="3896916"/>
            <a:ext cx="396756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记忆系统 · 用户画像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4975027" y="4084141"/>
            <a:ext cx="3967567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800" dirty="0">
                <a:solidFill>
                  <a:srgbClr val="FB92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预计上线：7月31日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0" y="4578846"/>
            <a:ext cx="9144000" cy="564654"/>
          </a:xfrm>
          <a:prstGeom prst="rect">
            <a:avLst/>
          </a:prstGeom>
          <a:solidFill>
            <a:srgbClr val="1E293B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0" name="Text 48"/>
          <p:cNvSpPr/>
          <p:nvPr/>
        </p:nvSpPr>
        <p:spPr>
          <a:xfrm>
            <a:off x="253901" y="4786610"/>
            <a:ext cx="310896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700"/>
              </a:spcBef>
              <a:spcAft>
                <a:spcPts val="700"/>
              </a:spcAft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时间线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685651" y="4655046"/>
            <a:ext cx="2344043" cy="101501"/>
          </a:xfrm>
          <a:prstGeom prst="roundRect">
            <a:avLst>
              <a:gd name="adj" fmla="val 50049"/>
            </a:avLst>
          </a:prstGeom>
          <a:solidFill>
            <a:srgbClr val="38BDF8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2" name="Text 50"/>
          <p:cNvSpPr/>
          <p:nvPr/>
        </p:nvSpPr>
        <p:spPr>
          <a:xfrm>
            <a:off x="1789658" y="4648646"/>
            <a:ext cx="1387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4月</a:t>
            </a:r>
            <a:endParaRPr lang="en-US" sz="650" dirty="0"/>
          </a:p>
        </p:txBody>
      </p:sp>
      <p:sp>
        <p:nvSpPr>
          <p:cNvPr id="53" name="Text 51"/>
          <p:cNvSpPr/>
          <p:nvPr/>
        </p:nvSpPr>
        <p:spPr>
          <a:xfrm>
            <a:off x="3029694" y="4655046"/>
            <a:ext cx="1758107" cy="101501"/>
          </a:xfrm>
          <a:prstGeom prst="rect">
            <a:avLst/>
          </a:prstGeom>
          <a:solidFill>
            <a:srgbClr val="0E7490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4" name="Text 52"/>
          <p:cNvSpPr/>
          <p:nvPr/>
        </p:nvSpPr>
        <p:spPr>
          <a:xfrm>
            <a:off x="3840659" y="4648646"/>
            <a:ext cx="1387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5月</a:t>
            </a:r>
            <a:endParaRPr lang="en-US" sz="650" dirty="0"/>
          </a:p>
        </p:txBody>
      </p:sp>
      <p:sp>
        <p:nvSpPr>
          <p:cNvPr id="55" name="Text 53"/>
          <p:cNvSpPr/>
          <p:nvPr/>
        </p:nvSpPr>
        <p:spPr>
          <a:xfrm>
            <a:off x="4787801" y="4655046"/>
            <a:ext cx="1758107" cy="101501"/>
          </a:xfrm>
          <a:prstGeom prst="rect">
            <a:avLst/>
          </a:prstGeom>
          <a:solidFill>
            <a:srgbClr val="155E75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6" name="Text 54"/>
          <p:cNvSpPr/>
          <p:nvPr/>
        </p:nvSpPr>
        <p:spPr>
          <a:xfrm>
            <a:off x="5598765" y="4648646"/>
            <a:ext cx="1387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6月</a:t>
            </a:r>
            <a:endParaRPr lang="en-US" sz="650" dirty="0"/>
          </a:p>
        </p:txBody>
      </p:sp>
      <p:sp>
        <p:nvSpPr>
          <p:cNvPr id="57" name="Text 55"/>
          <p:cNvSpPr/>
          <p:nvPr/>
        </p:nvSpPr>
        <p:spPr>
          <a:xfrm>
            <a:off x="6545907" y="4655046"/>
            <a:ext cx="2344192" cy="101501"/>
          </a:xfrm>
          <a:prstGeom prst="rect">
            <a:avLst/>
          </a:prstGeom>
          <a:solidFill>
            <a:srgbClr val="164E63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8" name="Text 56"/>
          <p:cNvSpPr/>
          <p:nvPr/>
        </p:nvSpPr>
        <p:spPr>
          <a:xfrm>
            <a:off x="7649914" y="4648646"/>
            <a:ext cx="138749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7月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665141" y="4864298"/>
            <a:ext cx="2092020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4/30</a:t>
            </a:r>
            <a:endParaRPr lang="en-US" sz="650" dirty="0"/>
          </a:p>
        </p:txBody>
      </p:sp>
      <p:sp>
        <p:nvSpPr>
          <p:cNvPr id="60" name="Text 58"/>
          <p:cNvSpPr/>
          <p:nvPr/>
        </p:nvSpPr>
        <p:spPr>
          <a:xfrm>
            <a:off x="2716140" y="4864298"/>
            <a:ext cx="209217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5/30</a:t>
            </a:r>
            <a:endParaRPr lang="en-US" sz="650" dirty="0"/>
          </a:p>
        </p:txBody>
      </p:sp>
      <p:sp>
        <p:nvSpPr>
          <p:cNvPr id="61" name="Text 59"/>
          <p:cNvSpPr/>
          <p:nvPr/>
        </p:nvSpPr>
        <p:spPr>
          <a:xfrm>
            <a:off x="4767289" y="4864298"/>
            <a:ext cx="209217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6/30</a:t>
            </a:r>
            <a:endParaRPr lang="en-US" sz="650" dirty="0"/>
          </a:p>
        </p:txBody>
      </p:sp>
      <p:sp>
        <p:nvSpPr>
          <p:cNvPr id="62" name="Text 60"/>
          <p:cNvSpPr/>
          <p:nvPr/>
        </p:nvSpPr>
        <p:spPr>
          <a:xfrm>
            <a:off x="6818439" y="4864298"/>
            <a:ext cx="2092172" cy="95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650"/>
              </a:spcBef>
              <a:spcAft>
                <a:spcPts val="650"/>
              </a:spcAft>
              <a:buNone/>
            </a:pPr>
            <a:r>
              <a:rPr lang="en-US" sz="6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7/31</a:t>
            </a:r>
            <a:endParaRPr lang="en-US" sz="6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111</Words>
  <Application>Microsoft Macintosh PowerPoint</Application>
  <PresentationFormat>全屏显示(16:9)</PresentationFormat>
  <Paragraphs>33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3" baseType="lpstr">
      <vt:lpstr>Arial</vt:lpstr>
      <vt:lpstr>Office Theme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Cyberwing 产品路线图</dc:title>
  <dc:subject>PptxGenJS Presentation</dc:subject>
  <dc:creator>PptxGenJS</dc:creator>
  <cp:lastModifiedBy>Hu, Jeffrey</cp:lastModifiedBy>
  <cp:revision>2</cp:revision>
  <dcterms:created xsi:type="dcterms:W3CDTF">2026-03-27T02:31:43Z</dcterms:created>
  <dcterms:modified xsi:type="dcterms:W3CDTF">2026-03-27T02:36:35Z</dcterms:modified>
</cp:coreProperties>
</file>