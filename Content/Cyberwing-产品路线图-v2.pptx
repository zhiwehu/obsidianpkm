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28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3150"/>
            <a:ext cx="222181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CYBERWING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5100"/>
            <a:ext cx="22218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产品功能路线图  ·  B端 &amp; C端上线时间节点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41295" y="555575"/>
            <a:ext cx="9644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CYBERWING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53976"/>
            <a:ext cx="83941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31677"/>
            <a:ext cx="8229600" cy="381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222028"/>
            <a:ext cx="2098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94026" y="1222028"/>
            <a:ext cx="2098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altLang="zh-CN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5/31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51426" y="1222028"/>
            <a:ext cx="2098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8252" y="1222028"/>
            <a:ext cx="2098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615529"/>
            <a:ext cx="39315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B端 · 摄影垂域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66305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智能筛选 · 媒体管理 · 网络穿透 · 快捷传输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23926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7551" y="2136130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B端 摄影垂域全功能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551" y="2298055"/>
            <a:ext cx="3737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上线时间：2026/5/3</a:t>
            </a:r>
            <a:r>
              <a:rPr lang="en-US" altLang="zh-CN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9585" y="255359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00B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4966" y="2532906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智能筛选模块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9585" y="29503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00B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4966" y="2929682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媒体管理平台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585" y="334715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00B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4966" y="3326457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网络穿透访问 + 快捷传输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65600" y="1615529"/>
            <a:ext cx="12650" cy="250448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2152" y="1615529"/>
            <a:ext cx="3931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C端 · Cyberwing 2.0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2152" y="1866305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altLang="zh-CN" sz="800" dirty="0" err="1">
                <a:solidFill>
                  <a:srgbClr val="9CA3AF"/>
                </a:solidFill>
                <a:latin typeface="Arial" pitchFamily="34" charset="0"/>
                <a:cs typeface="Arial" pitchFamily="34" charset="-120"/>
              </a:rPr>
              <a:t>Cyberwing</a:t>
            </a:r>
            <a:r>
              <a:rPr lang="zh-CN" altLang="en-US" sz="800" dirty="0">
                <a:solidFill>
                  <a:srgbClr val="9CA3AF"/>
                </a:solidFill>
                <a:latin typeface="Arial" pitchFamily="34" charset="0"/>
                <a:cs typeface="Arial" pitchFamily="34" charset="-120"/>
              </a:rPr>
              <a:t>智能升级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32152" y="223926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2503" y="2136130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搜音视频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2503" y="229805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上线时间：2026/4/30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32152" y="263604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2503" y="2532906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 投屏（图片、视频）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2503" y="2694831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上线时间：2026/4/30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32152" y="303282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22503" y="2929682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/ MAC 端应用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2503" y="3091607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上线时间：2026/6/30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32152" y="342959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22503" y="3326457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声纹识别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2503" y="3488382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上线时间：2026/7/31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32152" y="382637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22503" y="3723233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 · 用户画像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2503" y="3885158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上线时间：2026/7/31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</Words>
  <Application>Microsoft Macintosh PowerPoint</Application>
  <PresentationFormat>全屏显示(16:9)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Cyberwing 产品路线图</dc:title>
  <dc:subject>PptxGenJS Presentation</dc:subject>
  <dc:creator>PptxGenJS</dc:creator>
  <cp:lastModifiedBy>Hu, Jeffrey</cp:lastModifiedBy>
  <cp:revision>2</cp:revision>
  <dcterms:created xsi:type="dcterms:W3CDTF">2026-03-27T02:39:01Z</dcterms:created>
  <dcterms:modified xsi:type="dcterms:W3CDTF">2026-03-27T02:46:33Z</dcterms:modified>
</cp:coreProperties>
</file>